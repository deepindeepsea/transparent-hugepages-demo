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9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45" d="100"/>
          <a:sy n="145" d="100"/>
        </p:scale>
        <p:origin x="861" y="2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CF0752-341B-4966-8BEE-CCC3BA59C29B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00CC0F-D2C5-48B2-B6B7-577999697C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842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microsoft.com/office/2007/relationships/hdphoto" Target="../media/hdphoto1.wdp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microsoft.com/office/2007/relationships/hdphoto" Target="../media/hdphoto1.wdp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microsoft.com/office/2007/relationships/hdphoto" Target="../media/hdphoto1.wdp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microsoft.com/office/2007/relationships/hdphoto" Target="../media/hdphoto1.wdp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microsoft.com/office/2007/relationships/hdphoto" Target="../media/hdphoto1.wdp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microsoft.com/office/2007/relationships/hdphoto" Target="../media/hdphoto1.wdp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No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350259" y="1621536"/>
            <a:ext cx="6244333" cy="1941576"/>
          </a:xfrm>
          <a:noFill/>
        </p:spPr>
        <p:txBody>
          <a:bodyPr wrap="square" lIns="0" tIns="0" rIns="0" bIns="0" anchor="ctr" anchorCtr="0">
            <a:noAutofit/>
          </a:bodyPr>
          <a:lstStyle>
            <a:lvl1pPr>
              <a:defRPr sz="4000" spc="-50" baseline="0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Event Name or Presentation 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3C8DF7-52E5-4ABA-86DD-8FD6C136A4A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50260" y="3875650"/>
            <a:ext cx="6244332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 b="1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2D4C3E2-3CE7-EA80-DFF0-91F7D4F06C0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86888" y="5771788"/>
            <a:ext cx="2359024" cy="671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258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a14="http://schemas.microsoft.com/office/drawing/2010/main" xmlns:p15="http://schemas.microsoft.com/office/powerpoint/2012/main">
      <p:transition spd="med">
        <p:fade/>
      </p:transition>
    </mc:Fallback>
  </mc:AlternateContent>
  <p:hf hdr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4582D644-6452-D04E-ACC8-AE775B9DB7B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6857994" y="0"/>
            <a:ext cx="5334006" cy="6858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210312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487336"/>
            <a:ext cx="5510213" cy="1046440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3400" spc="-50" baseline="0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5510213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0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EF9816-E4E3-3E43-A0E6-62AA2BBAC2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4200" y="585787"/>
            <a:ext cx="1227766" cy="292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623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:a14="http://schemas.microsoft.com/office/drawing/2010/main" xmlns:p15="http://schemas.microsoft.com/office/powerpoint/2012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3839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ckup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4582D644-6452-D04E-ACC8-AE775B9DB7B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6857994" y="0"/>
            <a:ext cx="5334006" cy="6858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210312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EF9816-E4E3-3E43-A0E6-62AA2BBAC2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4200" y="585787"/>
            <a:ext cx="1227766" cy="292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250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3839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2111"/>
            <a:ext cx="11018838" cy="4836927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8791EE2C-CA72-508C-AF77-F7276C52435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41020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905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4831840"/>
          </a:xfrm>
        </p:spPr>
        <p:txBody>
          <a:bodyPr wrap="square">
            <a:no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Picture 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BC9AEE1B-6CBF-531F-6161-7FC03EC4E8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10089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903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B7A288-CDAC-4184-9F73-137C95F5E6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1435100"/>
            <a:ext cx="5211763" cy="4831110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C22105-78D6-4753-94FA-3DA949361A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89688" y="1435100"/>
            <a:ext cx="5219700" cy="4831110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6B71AB6C-BEED-906C-7BD1-810E3700BC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45665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3">
          <p15:clr>
            <a:srgbClr val="5ACBF0"/>
          </p15:clr>
        </p15:guide>
        <p15:guide id="4" pos="3659">
          <p15:clr>
            <a:srgbClr val="5ACBF0"/>
          </p15:clr>
        </p15:guide>
        <p15:guide id="5" pos="4021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B9D8600-6232-EB42-9B16-FE5606C92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91790"/>
            <a:ext cx="11018520" cy="430887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92710BA9-0DC0-4BFB-82CF-4F93C55DEFA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6390" y="1434370"/>
            <a:ext cx="5209890" cy="4831840"/>
          </a:xfrm>
        </p:spPr>
        <p:txBody>
          <a:bodyPr wrap="square">
            <a:no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185F674C-7305-447F-8F35-DBBE344126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95720" y="1434370"/>
            <a:ext cx="5209890" cy="4831840"/>
          </a:xfrm>
        </p:spPr>
        <p:txBody>
          <a:bodyPr wrap="square">
            <a:no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Picture 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DE9FE114-78A5-00B6-2209-5248EF59E61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64332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4">
          <p15:clr>
            <a:srgbClr val="5ACBF0"/>
          </p15:clr>
        </p15:guide>
        <p15:guide id="4" pos="3659">
          <p15:clr>
            <a:srgbClr val="5ACBF0"/>
          </p15:clr>
        </p15:guide>
        <p15:guide id="5" pos="4021">
          <p15:clr>
            <a:srgbClr val="5ACBF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AFD824D3-B0BF-F030-6A67-C1DF579938E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88770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91C41AE-0083-2A44-9A00-206CEB625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3182778"/>
            <a:ext cx="11018520" cy="492443"/>
          </a:xfrm>
        </p:spPr>
        <p:txBody>
          <a:bodyPr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910047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8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1992">
          <p15:clr>
            <a:srgbClr val="5ACBF0"/>
          </p15:clr>
        </p15:guide>
        <p15:guide id="29" orient="horz" pos="2328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D20C4-3302-EB45-B6C3-8D7D3B54A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060B0B7-8257-AF44-8E50-C5EF88BB382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588263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4CAA7D2A-D3F3-C443-BEAB-AE463EB6977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1599747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606696E-F9FD-7A41-B239-56C925CA5E1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2611231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67BFD11-A5C7-534B-95DE-708BA59C346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3622715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4A2493A-DA9A-774E-B698-381E87F302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4634199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9F155F2-1A5E-D049-B799-7F265508271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5645683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9D300ED-46DE-8D44-B42F-D72A4BD1D05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6657167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59F3EBB-786F-7A42-B92F-72211CA921F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7668651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BA676D0-34EC-3646-AC3D-071EB3DD9D6C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8680135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ADFD9C1-E635-1B46-BC21-4D5D3069E75B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9691619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CF35C45-D347-D645-8CD2-6E3D2088C4C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10703107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9475B80-6F15-0744-AB11-132AC7CF9AF6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588263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E65AC22-FEB4-6245-8825-006D3BD5EEC0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1599747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CA5DEB6-0C05-E64B-93D0-2DC0A025A090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 bwMode="gray">
          <a:xfrm>
            <a:off x="2611231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E846680-CCD1-9948-9632-5B8197B7DFFC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 bwMode="gray">
          <a:xfrm>
            <a:off x="3622715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079D992-3FCF-A34A-88A0-8A2A68C972E0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 bwMode="gray">
          <a:xfrm>
            <a:off x="4634199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996246-3D80-2E4F-B8C7-B5C201E6038B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 bwMode="gray">
          <a:xfrm>
            <a:off x="5645683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2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B08E9CE-2FBC-A34F-A25C-316E2F2AFB58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 bwMode="gray">
          <a:xfrm>
            <a:off x="6657167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2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DB30B13-3B8F-8940-A799-8867F379BBFF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 bwMode="gray">
          <a:xfrm>
            <a:off x="7668651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2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C27ED1D-2D58-0F4E-AF78-B5F5237C75C8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 bwMode="gray">
          <a:xfrm>
            <a:off x="8680135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2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4EBE182-B741-BC49-B664-B0A622BFEA17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 bwMode="gray">
          <a:xfrm>
            <a:off x="9691619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2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16A9CF0-7A7F-AE48-971A-01E1283DC04D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 bwMode="gray">
          <a:xfrm>
            <a:off x="10703107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4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E48212A-DC2D-8A4E-948F-CED552226B35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 bwMode="gray">
          <a:xfrm>
            <a:off x="588263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4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A7EC4B1-AFA8-B84C-9D6B-CFC26A347773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 bwMode="gray">
          <a:xfrm>
            <a:off x="1599747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4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D41B8F6-CB16-8A47-93D6-22C9BD6E792E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 bwMode="gray">
          <a:xfrm>
            <a:off x="2611231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F647A9E-3E39-5245-986A-31E2F83C941F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 bwMode="gray">
          <a:xfrm>
            <a:off x="3622715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943DD5E-95E4-004B-A652-3964101490F7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 bwMode="gray">
          <a:xfrm>
            <a:off x="4634199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324A395-E051-B041-98A7-F038983D90B3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 bwMode="gray">
          <a:xfrm>
            <a:off x="5645683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D8EB23B-20D2-E04A-8B4F-F25763669F4C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 bwMode="gray">
          <a:xfrm>
            <a:off x="6657167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176A914-34CF-6A48-A1B5-7978B2CF9C71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 bwMode="gray">
          <a:xfrm>
            <a:off x="7668651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C220427-E17B-B24E-AB8E-2626C72238E1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 bwMode="gray">
          <a:xfrm>
            <a:off x="8680135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56B660E-74F0-6749-933B-EBBB3DC15E3C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 bwMode="gray">
          <a:xfrm>
            <a:off x="9691619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00E9B2C-54F5-7247-8B0A-8ECF84CB3EC6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 bwMode="gray">
          <a:xfrm>
            <a:off x="10703107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01E232AB-8B15-254B-A855-7F8837E250DF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 bwMode="gray">
          <a:xfrm>
            <a:off x="588263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0A9C15B7-B0C8-6F44-8D00-8A2A4EEBF911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 bwMode="gray">
          <a:xfrm>
            <a:off x="1599747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55E00E5-0C32-114B-9C71-A210C35FD8A5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 bwMode="gray">
          <a:xfrm>
            <a:off x="2611231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3BCE8B7-2363-754D-8DCC-BBD1A812A666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 bwMode="gray">
          <a:xfrm>
            <a:off x="3622715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DD5E7E1-6C4A-D24E-B423-731BCB2FED82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 bwMode="gray">
          <a:xfrm>
            <a:off x="4634199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994E403-A4F2-D143-8694-FFDDED83B568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 bwMode="gray">
          <a:xfrm>
            <a:off x="5645683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DD66CA9-613E-E649-873E-15770AF37966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 bwMode="gray">
          <a:xfrm>
            <a:off x="6657167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1F31EBB-82CA-0B47-90B9-623F7BEA7BCC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 bwMode="gray">
          <a:xfrm>
            <a:off x="7668651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3354D4A-7AE4-3249-979C-EF717F4169E2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 bwMode="gray">
          <a:xfrm>
            <a:off x="8680135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798148F-325B-8847-998F-D6695555F7A4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 bwMode="gray">
          <a:xfrm>
            <a:off x="9691619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FC062AA-6E9F-F148-A650-D892DEAD4D5B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 bwMode="gray">
          <a:xfrm>
            <a:off x="10703107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736B318-56FF-BD45-BE51-B4F02187BAB1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 bwMode="gray">
          <a:xfrm>
            <a:off x="588263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874F5D0-313C-9C4E-A76E-837FA8B341EF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 bwMode="gray">
          <a:xfrm>
            <a:off x="1599747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0B1B6CBD-7E6A-E64A-8901-48FC6B628F8A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 bwMode="gray">
          <a:xfrm>
            <a:off x="2611231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1345C8D-49CF-D74B-BBBF-1ABB0F2BC7E0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 bwMode="gray">
          <a:xfrm>
            <a:off x="3622715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9431BFC-6034-2D48-B40D-D214B5BA49EA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 bwMode="gray">
          <a:xfrm>
            <a:off x="4634199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E881A0D-AB0E-1544-945D-AFD48D4CD2F5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 bwMode="gray">
          <a:xfrm>
            <a:off x="5645683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64F7E33-6DCA-DF42-BB2E-C8EC136C0AAA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 bwMode="gray">
          <a:xfrm>
            <a:off x="6657167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AC86F5EF-AD62-294A-AE53-AD62F4600B0F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 bwMode="gray">
          <a:xfrm>
            <a:off x="7668651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DDEFD37-0863-F949-AA96-5F73CC3B271A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 bwMode="gray">
          <a:xfrm>
            <a:off x="8680135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7F81ABC-5057-6D45-AD46-29A54A126114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 bwMode="gray">
          <a:xfrm>
            <a:off x="9691619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866A0A0-C971-6B47-A279-161DD8E70EEB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 bwMode="gray">
          <a:xfrm>
            <a:off x="10703107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pic>
        <p:nvPicPr>
          <p:cNvPr id="25" name="Picture 2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B598498A-FA22-D4DA-FA61-484A6A7EB04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054451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Squar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C6E92E5-E859-445F-856B-33F974FA3AC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5334000" y="0"/>
            <a:ext cx="6858000" cy="6858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210312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5C9167-B5C7-4834-AC78-240C8C3EF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2262425"/>
            <a:ext cx="4158362" cy="861774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80C89-4FC1-4FE7-AFCA-1C41A1B09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3535540"/>
            <a:ext cx="4162425" cy="2733497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latin typeface="+mn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4767297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/Feature - Squar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2091FAC0-2210-AA45-95A9-B6A721525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8800" y="1028700"/>
            <a:ext cx="6259511" cy="914400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E0B0D8E2-424A-CE45-AD48-F95CCAF1135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638801" y="2299447"/>
            <a:ext cx="6259511" cy="34911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C6E92E5-E859-445F-856B-33F974FA3AC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293688" y="1043675"/>
            <a:ext cx="5040311" cy="474008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pic>
        <p:nvPicPr>
          <p:cNvPr id="2" name="Picture 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072A27EA-9A25-03D6-F6CD-53BB65C4234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11572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6" orient="horz" pos="648">
          <p15:clr>
            <a:srgbClr val="5ACBF0"/>
          </p15:clr>
        </p15:guide>
        <p15:guide id="8" orient="horz" pos="3648">
          <p15:clr>
            <a:srgbClr val="5ACBF0"/>
          </p15:clr>
        </p15:guide>
        <p15:guide id="10" pos="3720">
          <p15:clr>
            <a:srgbClr val="C35EA4"/>
          </p15:clr>
        </p15:guide>
        <p15:guide id="11" pos="2993">
          <p15:clr>
            <a:srgbClr val="5ACBF0"/>
          </p15:clr>
        </p15:guide>
        <p15:guide id="12" pos="3552">
          <p15:clr>
            <a:srgbClr val="A4A3A4"/>
          </p15:clr>
        </p15:guide>
        <p15:guide id="14" orient="horz" pos="1440">
          <p15:clr>
            <a:srgbClr val="5ACBF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157216"/>
            <a:ext cx="11018520" cy="1111822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0" y="0"/>
            <a:ext cx="12192000" cy="4572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0" rtlCol="0" anchor="t" anchorCtr="0">
            <a:noAutofit/>
          </a:bodyPr>
          <a:lstStyle>
            <a:lvl1pPr marL="0" indent="0" algn="ctr">
              <a:buNone/>
              <a:defRPr lang="en-US" sz="12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96518032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Horizontal Photo, Lockup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1381" y="5157216"/>
            <a:ext cx="7785402" cy="1111822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0" y="0"/>
            <a:ext cx="12192000" cy="4572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0" rtlCol="0" anchor="t" anchorCtr="0">
            <a:noAutofit/>
          </a:bodyPr>
          <a:lstStyle>
            <a:lvl1pPr marL="0" indent="0" algn="ctr">
              <a:buNone/>
              <a:defRPr lang="en-US" sz="12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7D67B8-90AB-642F-D3C2-79B0D799917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5217" y="5449153"/>
            <a:ext cx="2176078" cy="518616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51B2658-BBE5-FF50-3A49-A12C7B1EA044}"/>
              </a:ext>
            </a:extLst>
          </p:cNvPr>
          <p:cNvCxnSpPr/>
          <p:nvPr userDrawn="1"/>
        </p:nvCxnSpPr>
        <p:spPr>
          <a:xfrm>
            <a:off x="3418764" y="5137316"/>
            <a:ext cx="0" cy="1160060"/>
          </a:xfrm>
          <a:prstGeom prst="line">
            <a:avLst/>
          </a:prstGeom>
          <a:ln w="6350">
            <a:solidFill>
              <a:schemeClr val="tx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665179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ttom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563AC-3A0B-4839-A9DC-F00E8E541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4996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-2381" y="2286000"/>
            <a:ext cx="12192000" cy="4572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0" rtlCol="0" anchor="t" anchorCtr="0">
            <a:noAutofit/>
          </a:bodyPr>
          <a:lstStyle>
            <a:lvl1pPr marL="0" indent="0" algn="ctr">
              <a:buNone/>
              <a:defRPr lang="en-US" sz="12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357694680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1440">
          <p15:clr>
            <a:srgbClr val="5ACBF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5486399"/>
            <a:ext cx="5367528" cy="782639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82612" y="1822077"/>
            <a:ext cx="5367528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1188720" rtlCol="0" anchor="t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1860" y="5486399"/>
            <a:ext cx="5367528" cy="782639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239255" y="1822077"/>
            <a:ext cx="5367528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1188720" rtlCol="0" anchor="t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and drop your photo here</a:t>
            </a:r>
            <a:br>
              <a:rPr lang="en-US" dirty="0"/>
            </a:br>
            <a:r>
              <a:rPr lang="en-US" dirty="0"/>
              <a:t>or click or tap icon below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E6852B-EA48-4DA0-85C5-B2B1A9079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639FD31F-D9C5-7581-C456-D6B4203F1B5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77865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456">
          <p15:clr>
            <a:srgbClr val="5ACBF0"/>
          </p15:clr>
        </p15:guide>
        <p15:guide id="6" pos="3749">
          <p15:clr>
            <a:srgbClr val="5ACBF0"/>
          </p15:clr>
        </p15:guide>
        <p15:guide id="7" pos="3931">
          <p15:clr>
            <a:srgbClr val="5ACBF0"/>
          </p15:clr>
        </p15:guide>
        <p15:guide id="8" orient="horz" pos="1139">
          <p15:clr>
            <a:srgbClr val="5ACBF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5486400"/>
            <a:ext cx="3475037" cy="78263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82612" y="1815353"/>
            <a:ext cx="3474720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bIns="100584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8640" y="5486400"/>
            <a:ext cx="3475037" cy="78263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4358640" y="1815353"/>
            <a:ext cx="3474720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bIns="100584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34351" y="5486400"/>
            <a:ext cx="3475037" cy="78263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8132063" y="1815353"/>
            <a:ext cx="3474720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bIns="100584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682FBC-A5FE-4949-90A0-2C7AE294D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EA5C0E5E-8E02-C45B-9DC3-C30B8953CC1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29813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456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1139">
          <p15:clr>
            <a:srgbClr val="5ACBF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with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0F91C1-B794-4B3E-A261-364FE47713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4201" y="2024063"/>
            <a:ext cx="3475037" cy="307777"/>
          </a:xfrm>
        </p:spPr>
        <p:txBody>
          <a:bodyPr/>
          <a:lstStyle>
            <a:lvl1pPr marL="0" indent="0">
              <a:buNone/>
              <a:defRPr sz="2000" b="1"/>
            </a:lvl1pPr>
            <a:lvl2pPr marL="0" indent="0">
              <a:buNone/>
              <a:defRPr sz="2000" b="1"/>
            </a:lvl2pPr>
            <a:lvl3pPr marL="0" indent="0">
              <a:buNone/>
              <a:defRPr sz="2000" b="1"/>
            </a:lvl3pPr>
            <a:lvl4pPr marL="0" indent="0">
              <a:buNone/>
              <a:defRPr sz="2000" b="1"/>
            </a:lvl4pPr>
            <a:lvl5pPr marL="0" indent="0">
              <a:buNone/>
              <a:defRPr sz="2000" b="1"/>
            </a:lvl5pPr>
          </a:lstStyle>
          <a:p>
            <a:pPr lvl="0"/>
            <a:r>
              <a:rPr lang="en-US" dirty="0"/>
              <a:t>Click to edit heading 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047671E-2E0A-4489-899C-1D6A3B35222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200" y="2611569"/>
            <a:ext cx="479619" cy="54000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/>
            </a:lvl1pPr>
            <a:lvl2pPr marL="0" indent="0">
              <a:buNone/>
              <a:defRPr sz="100"/>
            </a:lvl2pPr>
            <a:lvl3pPr marL="0" indent="0">
              <a:buNone/>
              <a:defRPr sz="100"/>
            </a:lvl3pPr>
            <a:lvl4pPr marL="0" indent="0">
              <a:buNone/>
              <a:defRPr sz="100"/>
            </a:lvl4pPr>
            <a:lvl5pPr marL="0" indent="0">
              <a:buNone/>
              <a:defRPr sz="100"/>
            </a:lvl5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D194322E-67FD-4731-91FC-9B5B2B3A5FE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2945298"/>
            <a:ext cx="3475037" cy="2788752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2968B98-448E-47A5-B9E2-F68A957DA80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56101" y="2024063"/>
            <a:ext cx="3475037" cy="307777"/>
          </a:xfrm>
        </p:spPr>
        <p:txBody>
          <a:bodyPr/>
          <a:lstStyle>
            <a:lvl1pPr marL="0" indent="0">
              <a:buNone/>
              <a:defRPr sz="2000" b="1"/>
            </a:lvl1pPr>
            <a:lvl2pPr marL="0" indent="0">
              <a:buNone/>
              <a:defRPr sz="2000" b="1"/>
            </a:lvl2pPr>
            <a:lvl3pPr marL="0" indent="0">
              <a:buNone/>
              <a:defRPr sz="2000" b="1"/>
            </a:lvl3pPr>
            <a:lvl4pPr marL="0" indent="0">
              <a:buNone/>
              <a:defRPr sz="2000" b="1"/>
            </a:lvl4pPr>
            <a:lvl5pPr marL="0" indent="0">
              <a:buNone/>
              <a:defRPr sz="2000" b="1"/>
            </a:lvl5pPr>
          </a:lstStyle>
          <a:p>
            <a:pPr lvl="0"/>
            <a:r>
              <a:rPr lang="en-US" dirty="0"/>
              <a:t>Click to edit heading </a:t>
            </a:r>
            <a:endParaRPr lang="en-GB" dirty="0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A09AF88B-94B0-4951-950E-0E653257298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56100" y="2611569"/>
            <a:ext cx="479619" cy="54000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/>
            </a:lvl1pPr>
            <a:lvl2pPr marL="0" indent="0">
              <a:buNone/>
              <a:defRPr sz="100"/>
            </a:lvl2pPr>
            <a:lvl3pPr marL="0" indent="0">
              <a:buNone/>
              <a:defRPr sz="100"/>
            </a:lvl3pPr>
            <a:lvl4pPr marL="0" indent="0">
              <a:buNone/>
              <a:defRPr sz="100"/>
            </a:lvl4pPr>
            <a:lvl5pPr marL="0" indent="0">
              <a:buNone/>
              <a:defRPr sz="100"/>
            </a:lvl5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20" name="Content Placeholder 16">
            <a:extLst>
              <a:ext uri="{FF2B5EF4-FFF2-40B4-BE49-F238E27FC236}">
                <a16:creationId xmlns:a16="http://schemas.microsoft.com/office/drawing/2014/main" id="{1DFDCCC0-C216-43D7-9899-005148CAC5B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56100" y="2945298"/>
            <a:ext cx="3475037" cy="2788752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841B3CC-F651-426F-BDBF-9505DCD7F9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28001" y="2029778"/>
            <a:ext cx="3475037" cy="307777"/>
          </a:xfrm>
        </p:spPr>
        <p:txBody>
          <a:bodyPr/>
          <a:lstStyle>
            <a:lvl1pPr marL="0" indent="0">
              <a:buNone/>
              <a:defRPr sz="2000" b="1"/>
            </a:lvl1pPr>
            <a:lvl2pPr marL="0" indent="0">
              <a:buNone/>
              <a:defRPr sz="2000" b="1"/>
            </a:lvl2pPr>
            <a:lvl3pPr marL="0" indent="0">
              <a:buNone/>
              <a:defRPr sz="2000" b="1"/>
            </a:lvl3pPr>
            <a:lvl4pPr marL="0" indent="0">
              <a:buNone/>
              <a:defRPr sz="2000" b="1"/>
            </a:lvl4pPr>
            <a:lvl5pPr marL="0" indent="0">
              <a:buNone/>
              <a:defRPr sz="2000" b="1"/>
            </a:lvl5pPr>
          </a:lstStyle>
          <a:p>
            <a:pPr lvl="0"/>
            <a:r>
              <a:rPr lang="en-US" dirty="0"/>
              <a:t>Click to edit heading </a:t>
            </a:r>
            <a:endParaRPr lang="en-GB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0B321F9A-F25D-4EEF-BA80-BFBD772AAC7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28000" y="2617284"/>
            <a:ext cx="479619" cy="54000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/>
            </a:lvl1pPr>
            <a:lvl2pPr marL="0" indent="0">
              <a:buNone/>
              <a:defRPr sz="100"/>
            </a:lvl2pPr>
            <a:lvl3pPr marL="0" indent="0">
              <a:buNone/>
              <a:defRPr sz="100"/>
            </a:lvl3pPr>
            <a:lvl4pPr marL="0" indent="0">
              <a:buNone/>
              <a:defRPr sz="100"/>
            </a:lvl4pPr>
            <a:lvl5pPr marL="0" indent="0">
              <a:buNone/>
              <a:defRPr sz="100"/>
            </a:lvl5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23" name="Content Placeholder 16">
            <a:extLst>
              <a:ext uri="{FF2B5EF4-FFF2-40B4-BE49-F238E27FC236}">
                <a16:creationId xmlns:a16="http://schemas.microsoft.com/office/drawing/2014/main" id="{7324DA3D-8837-4E90-8B42-BC383F017C2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28000" y="2951013"/>
            <a:ext cx="3475037" cy="2788752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C2C5B4-0CEA-48E6-9BA2-F8B9CA5BE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618E84E-C602-EEFD-DA07-5A1A142489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27766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612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1842">
          <p15:clr>
            <a:srgbClr val="5ACBF0"/>
          </p15:clr>
        </p15:guide>
        <p15:guide id="11" orient="horz" pos="1275">
          <p15:clr>
            <a:srgbClr val="5ACBF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rodu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0CA3A818-AA31-4BF6-A4C4-C805CCA29124}"/>
              </a:ext>
            </a:extLst>
          </p:cNvPr>
          <p:cNvSpPr/>
          <p:nvPr userDrawn="1"/>
        </p:nvSpPr>
        <p:spPr>
          <a:xfrm>
            <a:off x="588387" y="1361256"/>
            <a:ext cx="3473857" cy="4297680"/>
          </a:xfrm>
          <a:prstGeom prst="rect">
            <a:avLst/>
          </a:prstGeom>
          <a:solidFill>
            <a:srgbClr val="19181C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7B003B0A-786C-4C57-B303-7A366B39C7D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85217" y="1304926"/>
            <a:ext cx="3473857" cy="690444"/>
          </a:xfrm>
          <a:solidFill>
            <a:srgbClr val="242428"/>
          </a:solidFill>
        </p:spPr>
        <p:txBody>
          <a:bodyPr lIns="72000" tIns="72000" rIns="72000" bIns="72000" anchor="ctr" anchorCtr="0">
            <a:noAutofit/>
          </a:bodyPr>
          <a:lstStyle>
            <a:lvl1pPr marL="0" indent="0" algn="ctr">
              <a:buNone/>
              <a:defRPr sz="1800" b="1"/>
            </a:lvl1pPr>
            <a:lvl2pPr marL="0" indent="0" algn="ctr">
              <a:buNone/>
              <a:defRPr sz="1800" b="1"/>
            </a:lvl2pPr>
            <a:lvl3pPr marL="0" indent="0" algn="ctr">
              <a:buNone/>
              <a:defRPr sz="1800" b="1"/>
            </a:lvl3pPr>
            <a:lvl4pPr marL="0" indent="0" algn="ctr">
              <a:buNone/>
              <a:defRPr sz="1800" b="1"/>
            </a:lvl4pPr>
            <a:lvl5pPr marL="0" indent="0" algn="ctr">
              <a:buNone/>
              <a:defRPr sz="1800" b="1"/>
            </a:lvl5pPr>
          </a:lstStyle>
          <a:p>
            <a:pPr lvl="0"/>
            <a:r>
              <a:rPr lang="en-US" dirty="0"/>
              <a:t>Click to add heading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83C52E2-057A-4B53-8F31-B05DF77524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6555" y="3898077"/>
            <a:ext cx="3017520" cy="159866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5D58E01-097F-41EB-809A-E7059986FF1B}"/>
              </a:ext>
            </a:extLst>
          </p:cNvPr>
          <p:cNvSpPr/>
          <p:nvPr userDrawn="1"/>
        </p:nvSpPr>
        <p:spPr bwMode="auto">
          <a:xfrm>
            <a:off x="588387" y="2001337"/>
            <a:ext cx="3473857" cy="1737360"/>
          </a:xfrm>
          <a:prstGeom prst="rect">
            <a:avLst/>
          </a:prstGeom>
          <a:gradFill flip="none" rotWithShape="1">
            <a:gsLst>
              <a:gs pos="100000">
                <a:srgbClr val="8D8C95">
                  <a:alpha val="2745"/>
                </a:srgbClr>
              </a:gs>
              <a:gs pos="0">
                <a:srgbClr val="8D8C95">
                  <a:alpha val="12941"/>
                </a:srgbClr>
              </a:gs>
            </a:gsLst>
            <a:lin ang="16200000" scaled="1"/>
            <a:tileRect/>
          </a:gradFill>
          <a:ln w="6350"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16555" y="2166685"/>
            <a:ext cx="3017520" cy="139472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18000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EEE3E95-B158-4C86-84DF-A9A13E023DB6}"/>
              </a:ext>
            </a:extLst>
          </p:cNvPr>
          <p:cNvSpPr/>
          <p:nvPr userDrawn="1"/>
        </p:nvSpPr>
        <p:spPr>
          <a:xfrm>
            <a:off x="4359071" y="1361256"/>
            <a:ext cx="3473857" cy="4297680"/>
          </a:xfrm>
          <a:prstGeom prst="rect">
            <a:avLst/>
          </a:prstGeom>
          <a:solidFill>
            <a:srgbClr val="19181C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721E2461-F046-4629-B68B-D8EE0ED76B5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87239" y="3898077"/>
            <a:ext cx="3017520" cy="159866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F76B0EA-9AD2-41EB-ADA3-35F181847420}"/>
              </a:ext>
            </a:extLst>
          </p:cNvPr>
          <p:cNvSpPr/>
          <p:nvPr userDrawn="1"/>
        </p:nvSpPr>
        <p:spPr bwMode="auto">
          <a:xfrm>
            <a:off x="4359071" y="2001337"/>
            <a:ext cx="3473857" cy="1737360"/>
          </a:xfrm>
          <a:prstGeom prst="rect">
            <a:avLst/>
          </a:prstGeom>
          <a:gradFill flip="none" rotWithShape="1">
            <a:gsLst>
              <a:gs pos="100000">
                <a:srgbClr val="8D8C95">
                  <a:alpha val="2745"/>
                </a:srgbClr>
              </a:gs>
              <a:gs pos="0">
                <a:srgbClr val="8D8C95">
                  <a:alpha val="12941"/>
                </a:srgbClr>
              </a:gs>
            </a:gsLst>
            <a:lin ang="16200000" scaled="1"/>
            <a:tileRect/>
          </a:gradFill>
          <a:ln w="6350"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6D6B7E8-8355-48AE-AA16-7F356A160BC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4587239" y="2166685"/>
            <a:ext cx="3017520" cy="139472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18000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D0F26A8-11EC-43E1-8523-7B0228D9735B}"/>
              </a:ext>
            </a:extLst>
          </p:cNvPr>
          <p:cNvSpPr/>
          <p:nvPr userDrawn="1"/>
        </p:nvSpPr>
        <p:spPr>
          <a:xfrm>
            <a:off x="8129756" y="1355289"/>
            <a:ext cx="3473857" cy="4297680"/>
          </a:xfrm>
          <a:prstGeom prst="rect">
            <a:avLst/>
          </a:prstGeom>
          <a:solidFill>
            <a:srgbClr val="19181C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B08E5BD0-8E67-461B-B922-64413A6BE11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57924" y="3892110"/>
            <a:ext cx="3017520" cy="159866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A17C328-65EC-49F9-96BC-655F5BDAE853}"/>
              </a:ext>
            </a:extLst>
          </p:cNvPr>
          <p:cNvSpPr/>
          <p:nvPr userDrawn="1"/>
        </p:nvSpPr>
        <p:spPr bwMode="auto">
          <a:xfrm>
            <a:off x="8129756" y="1995370"/>
            <a:ext cx="3473857" cy="1737360"/>
          </a:xfrm>
          <a:prstGeom prst="rect">
            <a:avLst/>
          </a:prstGeom>
          <a:gradFill flip="none" rotWithShape="1">
            <a:gsLst>
              <a:gs pos="100000">
                <a:srgbClr val="8D8C95">
                  <a:alpha val="2745"/>
                </a:srgbClr>
              </a:gs>
              <a:gs pos="0">
                <a:srgbClr val="8D8C95">
                  <a:alpha val="12941"/>
                </a:srgbClr>
              </a:gs>
            </a:gsLst>
            <a:lin ang="16200000" scaled="1"/>
            <a:tileRect/>
          </a:gradFill>
          <a:ln w="6350"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E0EE21D-2571-4587-82C6-AF23D68068E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8357924" y="2160718"/>
            <a:ext cx="3017520" cy="139472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18000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A714D4-57F9-4476-BAC0-86F4ED06D1E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8381" y="5812349"/>
            <a:ext cx="11015231" cy="487868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800"/>
            </a:lvl1pPr>
            <a:lvl2pPr marL="0" indent="0" algn="ctr">
              <a:buNone/>
              <a:defRPr sz="2800"/>
            </a:lvl2pPr>
            <a:lvl3pPr marL="0" indent="0" algn="ctr">
              <a:buNone/>
              <a:defRPr sz="2800"/>
            </a:lvl3pPr>
            <a:lvl4pPr marL="0" indent="0" algn="ctr">
              <a:buNone/>
              <a:defRPr sz="2800"/>
            </a:lvl4pPr>
            <a:lvl5pPr marL="0" indent="0" algn="ctr">
              <a:buNone/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82B82D46-6BE4-4842-99AA-5D585A8411A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355901" y="1304926"/>
            <a:ext cx="3473857" cy="690444"/>
          </a:xfrm>
          <a:solidFill>
            <a:srgbClr val="242428"/>
          </a:solidFill>
        </p:spPr>
        <p:txBody>
          <a:bodyPr lIns="72000" tIns="72000" rIns="72000" bIns="72000" anchor="ctr" anchorCtr="0">
            <a:noAutofit/>
          </a:bodyPr>
          <a:lstStyle>
            <a:lvl1pPr marL="0" indent="0" algn="ctr">
              <a:buNone/>
              <a:defRPr sz="1800" b="1"/>
            </a:lvl1pPr>
            <a:lvl2pPr marL="0" indent="0" algn="ctr">
              <a:buNone/>
              <a:defRPr sz="1800" b="1"/>
            </a:lvl2pPr>
            <a:lvl3pPr marL="0" indent="0" algn="ctr">
              <a:buNone/>
              <a:defRPr sz="1800" b="1"/>
            </a:lvl3pPr>
            <a:lvl4pPr marL="0" indent="0" algn="ctr">
              <a:buNone/>
              <a:defRPr sz="1800" b="1"/>
            </a:lvl4pPr>
            <a:lvl5pPr marL="0" indent="0" algn="ctr">
              <a:buNone/>
              <a:defRPr sz="1800" b="1"/>
            </a:lvl5pPr>
          </a:lstStyle>
          <a:p>
            <a:pPr lvl="0"/>
            <a:r>
              <a:rPr lang="en-US" dirty="0"/>
              <a:t>Click to add heading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2921C6F5-BAE0-41B0-A919-ABDAF35DADB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32925" y="1304926"/>
            <a:ext cx="3473857" cy="690444"/>
          </a:xfrm>
          <a:solidFill>
            <a:srgbClr val="242428"/>
          </a:solidFill>
        </p:spPr>
        <p:txBody>
          <a:bodyPr lIns="72000" tIns="72000" rIns="72000" bIns="72000" anchor="ctr" anchorCtr="0">
            <a:noAutofit/>
          </a:bodyPr>
          <a:lstStyle>
            <a:lvl1pPr marL="0" indent="0" algn="ctr">
              <a:buNone/>
              <a:defRPr sz="1800" b="1"/>
            </a:lvl1pPr>
            <a:lvl2pPr marL="0" indent="0" algn="ctr">
              <a:buNone/>
              <a:defRPr sz="1800" b="1"/>
            </a:lvl2pPr>
            <a:lvl3pPr marL="0" indent="0" algn="ctr">
              <a:buNone/>
              <a:defRPr sz="1800" b="1"/>
            </a:lvl3pPr>
            <a:lvl4pPr marL="0" indent="0" algn="ctr">
              <a:buNone/>
              <a:defRPr sz="1800" b="1"/>
            </a:lvl4pPr>
            <a:lvl5pPr marL="0" indent="0" algn="ctr">
              <a:buNone/>
              <a:defRPr sz="1800" b="1"/>
            </a:lvl5pPr>
          </a:lstStyle>
          <a:p>
            <a:pPr lvl="0"/>
            <a:r>
              <a:rPr lang="en-US" dirty="0"/>
              <a:t>Click to add heading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3C91994A-3654-4C3E-A312-4B73609F5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91790"/>
            <a:ext cx="11018520" cy="430887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1DCF18E0-53B0-CA09-B057-06DC49AD573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10049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822">
          <p15:clr>
            <a:srgbClr val="5ACBF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4543640"/>
            <a:ext cx="2532888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82612" y="1815353"/>
            <a:ext cx="2532888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908" y="4543640"/>
            <a:ext cx="2532888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3413908" y="1815353"/>
            <a:ext cx="2532888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5204" y="4543640"/>
            <a:ext cx="2532888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245204" y="1815353"/>
            <a:ext cx="2532888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8E883C1-8203-4549-AF30-B96AEC45AC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6500" y="4543640"/>
            <a:ext cx="2532888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BBD58C33-921C-42F1-9803-1C798DB548C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9076500" y="1815353"/>
            <a:ext cx="2532888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29770F-45CE-4505-A3E9-DB203881F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C112B4FC-613C-9CF8-41B7-970931817B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36670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285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1139">
          <p15:clr>
            <a:srgbClr val="5ACBF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ore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A09B8F0-E785-4993-A9CA-BE8D371B2F1C}"/>
              </a:ext>
            </a:extLst>
          </p:cNvPr>
          <p:cNvSpPr/>
          <p:nvPr userDrawn="1"/>
        </p:nvSpPr>
        <p:spPr bwMode="auto">
          <a:xfrm>
            <a:off x="725755" y="1714500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B6082FB-3119-4714-B0C0-D572EC975527}"/>
              </a:ext>
            </a:extLst>
          </p:cNvPr>
          <p:cNvSpPr/>
          <p:nvPr userDrawn="1"/>
        </p:nvSpPr>
        <p:spPr bwMode="auto">
          <a:xfrm>
            <a:off x="588263" y="17145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020223-B6E5-4A3F-B38B-BD07D5D6594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7657" y="18566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52C7966-C4D7-49C0-B78C-2335EC9122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90443" y="19449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add heading</a:t>
            </a:r>
            <a:endParaRPr lang="en-GB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453DD438-6A23-4472-B641-263CA368D71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90444" y="26436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1976077-CE80-43B8-9EE5-625D9EBF3AFE}"/>
              </a:ext>
            </a:extLst>
          </p:cNvPr>
          <p:cNvSpPr/>
          <p:nvPr userDrawn="1"/>
        </p:nvSpPr>
        <p:spPr bwMode="auto">
          <a:xfrm>
            <a:off x="588263" y="38989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A4A6B61-EF71-4B61-BCE3-366255FDF1EC}"/>
              </a:ext>
            </a:extLst>
          </p:cNvPr>
          <p:cNvSpPr/>
          <p:nvPr userDrawn="1"/>
        </p:nvSpPr>
        <p:spPr bwMode="auto">
          <a:xfrm>
            <a:off x="725755" y="3898900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40B7D3AE-CE8F-4AFB-89D1-7B9F5309DE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27657" y="40410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6CF9214B-A0AA-4B6C-B28E-D4EBC5ADE43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90443" y="41293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add heading</a:t>
            </a:r>
            <a:endParaRPr lang="en-GB" dirty="0"/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C4CC4422-DCB4-43AA-AAD9-BCD5D2AA4B9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90444" y="48280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4805574-3B72-481E-A744-EA088066496F}"/>
              </a:ext>
            </a:extLst>
          </p:cNvPr>
          <p:cNvSpPr/>
          <p:nvPr userDrawn="1"/>
        </p:nvSpPr>
        <p:spPr bwMode="auto">
          <a:xfrm>
            <a:off x="4493592" y="1714500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BB8D822-4AF5-4132-A5BC-447AFB46D9A1}"/>
              </a:ext>
            </a:extLst>
          </p:cNvPr>
          <p:cNvSpPr/>
          <p:nvPr userDrawn="1"/>
        </p:nvSpPr>
        <p:spPr bwMode="auto">
          <a:xfrm>
            <a:off x="4356100" y="17145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885CB766-3BA7-4C6E-981C-12B89BBC0EB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5494" y="18566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8844DE8E-38F4-4A62-9864-CF5DC11D85A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158280" y="19449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add heading</a:t>
            </a:r>
            <a:endParaRPr lang="en-GB" dirty="0"/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D1DCB16E-3178-4977-908B-DCB9D5BE659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58281" y="26436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3833F72-DCBA-4AB2-B21A-B550376D8C87}"/>
              </a:ext>
            </a:extLst>
          </p:cNvPr>
          <p:cNvSpPr/>
          <p:nvPr userDrawn="1"/>
        </p:nvSpPr>
        <p:spPr bwMode="auto">
          <a:xfrm>
            <a:off x="4502417" y="3898900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4259E61-6078-44AA-A8F7-193579B7AE28}"/>
              </a:ext>
            </a:extLst>
          </p:cNvPr>
          <p:cNvSpPr/>
          <p:nvPr userDrawn="1"/>
        </p:nvSpPr>
        <p:spPr bwMode="auto">
          <a:xfrm>
            <a:off x="4364925" y="38989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E4A82533-F2BF-4E0A-BA3B-0430252D758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04319" y="40410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B3A0E84D-D831-421C-9A30-9491AAAF808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67105" y="41293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add heading</a:t>
            </a:r>
            <a:endParaRPr lang="en-GB" dirty="0"/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BCDABBF1-093E-49D4-A19B-3B845261213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167106" y="48280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4FBA965-A892-4051-B1FD-FD4306CA19AF}"/>
              </a:ext>
            </a:extLst>
          </p:cNvPr>
          <p:cNvSpPr/>
          <p:nvPr userDrawn="1"/>
        </p:nvSpPr>
        <p:spPr bwMode="auto">
          <a:xfrm>
            <a:off x="8275905" y="1714500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6BE5E53-DE80-4281-9FEC-7ACDD1067819}"/>
              </a:ext>
            </a:extLst>
          </p:cNvPr>
          <p:cNvSpPr/>
          <p:nvPr userDrawn="1"/>
        </p:nvSpPr>
        <p:spPr bwMode="auto">
          <a:xfrm>
            <a:off x="8138413" y="17145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4C1E6F08-6F2F-4B8B-9D87-C030E94DF1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77807" y="18566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38" name="Text Placeholder 6">
            <a:extLst>
              <a:ext uri="{FF2B5EF4-FFF2-40B4-BE49-F238E27FC236}">
                <a16:creationId xmlns:a16="http://schemas.microsoft.com/office/drawing/2014/main" id="{2D06001F-6138-4D6F-A243-7FFE1D81CCE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940593" y="19449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add heading</a:t>
            </a:r>
            <a:endParaRPr lang="en-GB" dirty="0"/>
          </a:p>
        </p:txBody>
      </p:sp>
      <p:sp>
        <p:nvSpPr>
          <p:cNvPr id="39" name="Text Placeholder 18">
            <a:extLst>
              <a:ext uri="{FF2B5EF4-FFF2-40B4-BE49-F238E27FC236}">
                <a16:creationId xmlns:a16="http://schemas.microsoft.com/office/drawing/2014/main" id="{7841B3D9-6CC3-427F-B428-8C3FDE4BE06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940594" y="26436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41224F9-6A4C-4C65-8E42-6E3D85470B57}"/>
              </a:ext>
            </a:extLst>
          </p:cNvPr>
          <p:cNvSpPr/>
          <p:nvPr userDrawn="1"/>
        </p:nvSpPr>
        <p:spPr bwMode="auto">
          <a:xfrm>
            <a:off x="8270254" y="3895725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2903A56-607B-4490-BE1F-86412530286F}"/>
              </a:ext>
            </a:extLst>
          </p:cNvPr>
          <p:cNvSpPr/>
          <p:nvPr userDrawn="1"/>
        </p:nvSpPr>
        <p:spPr bwMode="auto">
          <a:xfrm>
            <a:off x="8132762" y="3895725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2" name="Text Placeholder 4">
            <a:extLst>
              <a:ext uri="{FF2B5EF4-FFF2-40B4-BE49-F238E27FC236}">
                <a16:creationId xmlns:a16="http://schemas.microsoft.com/office/drawing/2014/main" id="{DE7C2246-8982-4ECB-88AC-EB1C473C2B5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472156" y="4037914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43" name="Text Placeholder 6">
            <a:extLst>
              <a:ext uri="{FF2B5EF4-FFF2-40B4-BE49-F238E27FC236}">
                <a16:creationId xmlns:a16="http://schemas.microsoft.com/office/drawing/2014/main" id="{709DFA2F-B194-435C-9191-8090148D15F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934942" y="4126196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add heading</a:t>
            </a:r>
            <a:endParaRPr lang="en-GB" dirty="0"/>
          </a:p>
        </p:txBody>
      </p:sp>
      <p:sp>
        <p:nvSpPr>
          <p:cNvPr id="44" name="Text Placeholder 18">
            <a:extLst>
              <a:ext uri="{FF2B5EF4-FFF2-40B4-BE49-F238E27FC236}">
                <a16:creationId xmlns:a16="http://schemas.microsoft.com/office/drawing/2014/main" id="{66A57C42-7CBF-4742-80C3-46C15991F8E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934943" y="4824844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8E6D12-E7E5-4852-90CA-46E41D32C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767728E6-D31B-A5A2-A1BB-1AFEEB2F118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79372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702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1071">
          <p15:clr>
            <a:srgbClr val="5ACBF0"/>
          </p15:clr>
        </p15:guide>
        <p15:guide id="11" orient="horz" pos="2455">
          <p15:clr>
            <a:srgbClr val="5ACBF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D883269-C75C-4B87-8CD9-BE4E94E2B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C923CE-7CB3-4CF0-AAA2-722B1683A10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15300" y="2017713"/>
            <a:ext cx="3494088" cy="4251325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</a:lstStyle>
          <a:p>
            <a:pPr lvl="0"/>
            <a:r>
              <a:rPr lang="en-US" dirty="0"/>
              <a:t>Add a caption</a:t>
            </a:r>
          </a:p>
        </p:txBody>
      </p:sp>
      <p:sp>
        <p:nvSpPr>
          <p:cNvPr id="3" name="Picture Placeholder 2" descr="This screenshot is a 'placeholder' only. Drag or drop your screen shot here, or click and tap the center to insert a photo.">
            <a:extLst>
              <a:ext uri="{FF2B5EF4-FFF2-40B4-BE49-F238E27FC236}">
                <a16:creationId xmlns:a16="http://schemas.microsoft.com/office/drawing/2014/main" id="{32952E5A-3BE5-4580-872E-DC3A31E8D44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82612" y="1436688"/>
            <a:ext cx="7253288" cy="483235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tIns="720000" bIns="1005840" anchor="t" anchorCtr="0">
            <a:noAutofit/>
          </a:bodyPr>
          <a:lstStyle>
            <a:lvl1pPr marL="0" indent="0"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Drag &amp; drop a</a:t>
            </a:r>
            <a:br>
              <a:rPr lang="en-US" dirty="0"/>
            </a:br>
            <a:r>
              <a:rPr lang="en-US" dirty="0"/>
              <a:t>screenshot here</a:t>
            </a:r>
            <a:br>
              <a:rPr lang="en-US" dirty="0"/>
            </a:br>
            <a:r>
              <a:rPr lang="en-US" dirty="0"/>
              <a:t>or click or tap icon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pic>
        <p:nvPicPr>
          <p:cNvPr id="2" name="Picture 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248D9AB6-52A1-91EE-AE98-B0B0BE05AD7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53731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0" pos="4937">
          <p15:clr>
            <a:srgbClr val="5ACBF0"/>
          </p15:clr>
        </p15:guide>
        <p15:guide id="21" pos="5112">
          <p15:clr>
            <a:srgbClr val="5ACBF0"/>
          </p15:clr>
        </p15:guide>
        <p15:guide id="28" orient="horz" pos="905">
          <p15:clr>
            <a:srgbClr val="5ACBF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D31026A-4A74-439D-A8F5-DB82A03E7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131029"/>
            <a:ext cx="3468956" cy="861774"/>
          </a:xfrm>
        </p:spPr>
        <p:txBody>
          <a:bodyPr anchor="t"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8DBB0A-21C9-483B-83DA-E59B5C3578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46104" y="2131028"/>
            <a:ext cx="6961188" cy="3980641"/>
          </a:xfrm>
        </p:spPr>
        <p:txBody>
          <a:bodyPr>
            <a:normAutofit/>
          </a:bodyPr>
          <a:lstStyle>
            <a:lvl1pPr marL="320040" indent="-320040">
              <a:spcAft>
                <a:spcPts val="1200"/>
              </a:spcAft>
              <a:buFont typeface="+mj-lt"/>
              <a:buAutoNum type="arabicPeriod"/>
              <a:defRPr sz="2000"/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9FD800B-7DF4-487A-ADA4-F44FB0D5A3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588263" y="1842902"/>
            <a:ext cx="3477325" cy="0"/>
          </a:xfrm>
          <a:prstGeom prst="line">
            <a:avLst/>
          </a:prstGeom>
          <a:ln w="63500">
            <a:solidFill>
              <a:schemeClr val="accent1">
                <a:lumMod val="20000"/>
                <a:lumOff val="8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17D0DD9-81B9-4F58-9346-51EE2B8F8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648200" y="1842902"/>
            <a:ext cx="6961188" cy="0"/>
          </a:xfrm>
          <a:prstGeom prst="line">
            <a:avLst/>
          </a:prstGeom>
          <a:ln w="63500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80DE4C6A-1A4B-2F91-08F9-26625C8F14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5602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2" pos="2561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3" pos="2928">
          <p15:clr>
            <a:srgbClr val="5ACBF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side by s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5787"/>
            <a:ext cx="3182027" cy="5683249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15781-2431-48C9-AEF1-52FBD41AF3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41888" y="292099"/>
            <a:ext cx="6667500" cy="5976939"/>
          </a:xfrm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356100" y="2264940"/>
            <a:ext cx="0" cy="2059178"/>
          </a:xfrm>
          <a:prstGeom prst="line">
            <a:avLst/>
          </a:prstGeom>
          <a:ln w="6350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33B76501-139F-DE3A-D0A0-CBCAD55D13E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39369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0" pos="2376">
          <p15:clr>
            <a:srgbClr val="5ACBF0"/>
          </p15:clr>
        </p15:guide>
        <p15:guide id="31" pos="3113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104745"/>
            <a:ext cx="7180360" cy="443198"/>
          </a:xfrm>
          <a:noFill/>
        </p:spPr>
        <p:txBody>
          <a:bodyPr wrap="square"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1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680069"/>
            <a:ext cx="7180360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spc="0" baseline="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D3A967-0FBB-34B4-4FB2-6A371308B5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899010" y="3177856"/>
            <a:ext cx="2727281" cy="649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20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a14="http://schemas.microsoft.com/office/drawing/2010/main" xmlns:p15="http://schemas.microsoft.com/office/powerpoint/2012/main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orient="horz" pos="1872">
          <p15:clr>
            <a:srgbClr val="5ACBF0"/>
          </p15:clr>
        </p15:guide>
        <p15:guide id="4" orient="horz" pos="2364">
          <p15:clr>
            <a:srgbClr val="5ACBF0"/>
          </p15:clr>
        </p15:guide>
        <p15:guide id="5" pos="3840">
          <p15:clr>
            <a:srgbClr val="5ACBF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m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290955" y="3104745"/>
            <a:ext cx="6181081" cy="443198"/>
          </a:xfrm>
          <a:noFill/>
        </p:spPr>
        <p:txBody>
          <a:bodyPr wrap="square"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1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Divider slide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290955" y="3680069"/>
            <a:ext cx="6181081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spc="0" baseline="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365051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a14="http://schemas.microsoft.com/office/drawing/2010/main" xmlns:p15="http://schemas.microsoft.com/office/powerpoint/2012/main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orient="horz" pos="1872">
          <p15:clr>
            <a:srgbClr val="5ACBF0"/>
          </p15:clr>
        </p15:guide>
        <p15:guide id="4" orient="horz" pos="2364">
          <p15:clr>
            <a:srgbClr val="5ACBF0"/>
          </p15:clr>
        </p15:guide>
        <p15:guide id="5" pos="3840">
          <p15:clr>
            <a:srgbClr val="5ACBF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 descr="{&quot;templafy&quot;:{&quot;binding&quot;:&quot;{{Form.Footer}}&quot;,&quot;type&quot;:&quot;text&quot;}}">
            <a:extLst>
              <a:ext uri="{FF2B5EF4-FFF2-40B4-BE49-F238E27FC236}">
                <a16:creationId xmlns:a16="http://schemas.microsoft.com/office/drawing/2014/main" id="{43334FAC-11C2-4DB4-8249-171553FC7893}"/>
              </a:ext>
            </a:extLst>
          </p:cNvPr>
          <p:cNvSpPr/>
          <p:nvPr userDrawn="1"/>
        </p:nvSpPr>
        <p:spPr bwMode="auto">
          <a:xfrm>
            <a:off x="603380" y="6567862"/>
            <a:ext cx="9000000" cy="161105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GB" sz="75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D31CD76-3727-5C5A-936C-21E39A69C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79" y="3200400"/>
            <a:ext cx="10997217" cy="1933360"/>
          </a:xfrm>
        </p:spPr>
        <p:txBody>
          <a:bodyPr anchor="b">
            <a:noAutofit/>
          </a:bodyPr>
          <a:lstStyle>
            <a:lvl1pPr>
              <a:defRPr sz="4000" spc="-20" baseline="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667B108C-113D-497F-670A-DDAF72E893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3380" y="5230505"/>
            <a:ext cx="10997217" cy="123171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32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47A3218-9FBC-D7FF-A0AC-D9847C153B1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4199" y="789515"/>
            <a:ext cx="2302302" cy="54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91006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107062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D0DF2A6-26A8-4810-95DF-F65F123C66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Software code slide</a:t>
            </a:r>
          </a:p>
        </p:txBody>
      </p:sp>
      <p:sp>
        <p:nvSpPr>
          <p:cNvPr id="5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63" y="1436688"/>
            <a:ext cx="11018520" cy="4829522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 sz="18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 sz="16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 sz="1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 sz="1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Picture 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0FCD3399-C787-D0BD-AB29-7D3229A5C2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24552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905">
          <p15:clr>
            <a:srgbClr val="5ACBF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aimer and Attribu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BCE27-18A9-4B58-967D-F414D11BC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9682BFC-72AD-43B8-82AA-B9CAA5B851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963" y="1436688"/>
            <a:ext cx="11020425" cy="4829175"/>
          </a:xfrm>
        </p:spPr>
        <p:txBody>
          <a:bodyPr/>
          <a:lstStyle>
            <a:lvl1pPr marL="0" indent="0">
              <a:buNone/>
              <a:defRPr sz="1100"/>
            </a:lvl1pPr>
            <a:lvl2pPr marL="228600" indent="0">
              <a:buNone/>
              <a:defRPr sz="1100"/>
            </a:lvl2pPr>
            <a:lvl3pPr marL="457200" indent="0">
              <a:buNone/>
              <a:defRPr sz="1100"/>
            </a:lvl3pPr>
            <a:lvl4pPr marL="661988" indent="0">
              <a:buNone/>
              <a:defRPr sz="1100"/>
            </a:lvl4pPr>
            <a:lvl5pPr marL="855663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3DBD5AE2-7C3E-E789-AE22-6A4292D287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95652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905">
          <p15:clr>
            <a:srgbClr val="5ACBF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log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 descr="{&quot;templafy&quot;:{&quot;binding&quot;:&quot;{{Form.Footer}}&quot;,&quot;type&quot;:&quot;text&quot;}}">
            <a:extLst>
              <a:ext uri="{FF2B5EF4-FFF2-40B4-BE49-F238E27FC236}">
                <a16:creationId xmlns:a16="http://schemas.microsoft.com/office/drawing/2014/main" id="{43334FAC-11C2-4DB4-8249-171553FC7893}"/>
              </a:ext>
            </a:extLst>
          </p:cNvPr>
          <p:cNvSpPr/>
          <p:nvPr userDrawn="1"/>
        </p:nvSpPr>
        <p:spPr bwMode="auto">
          <a:xfrm>
            <a:off x="603380" y="6567862"/>
            <a:ext cx="9000000" cy="161105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GB" sz="75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29C228-A98B-B784-A41C-3C84AE53BD4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31447" y="2841633"/>
            <a:ext cx="4929105" cy="1174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665430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_MAST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hemes/assets/instinct-lockup-w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7352" y="6400800"/>
            <a:ext cx="1371600" cy="29260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28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EAEBE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63988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_DIVIDER_MASTER">
    <p:bg>
      <p:bgPr>
        <a:solidFill>
          <a:srgbClr val="1314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94011" cy="6858000"/>
          </a:xfrm>
          <a:prstGeom prst="rect">
            <a:avLst/>
          </a:prstGeom>
          <a:solidFill>
            <a:srgbClr val="1D1F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157435" y="0"/>
            <a:ext cx="36576" cy="6858000"/>
          </a:xfrm>
          <a:prstGeom prst="rect">
            <a:avLst/>
          </a:prstGeom>
          <a:solidFill>
            <a:srgbClr val="00C2DE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78312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588263" y="591790"/>
            <a:ext cx="11018520" cy="43088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 userDrawn="1">
            <p:ph type="body" idx="1"/>
          </p:nvPr>
        </p:nvSpPr>
        <p:spPr>
          <a:xfrm>
            <a:off x="584200" y="1435503"/>
            <a:ext cx="11018520" cy="483070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 userDrawn="1"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 userDrawn="1"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6B11974-843F-5942-BA9E-97ADE41C9A58}"/>
              </a:ext>
            </a:extLst>
          </p:cNvPr>
          <p:cNvSpPr txBox="1"/>
          <p:nvPr userDrawn="1"/>
        </p:nvSpPr>
        <p:spPr>
          <a:xfrm>
            <a:off x="196319" y="6553364"/>
            <a:ext cx="114454" cy="190581"/>
          </a:xfrm>
          <a:prstGeom prst="rect">
            <a:avLst/>
          </a:prstGeom>
          <a:noFill/>
        </p:spPr>
        <p:txBody>
          <a:bodyPr wrap="none" lIns="0" tIns="41029" rIns="0" bIns="41029" rtlCol="0" anchor="ctr">
            <a:spAutoFit/>
          </a:bodyPr>
          <a:lstStyle/>
          <a:p>
            <a:pPr algn="r">
              <a:defRPr/>
            </a:pPr>
            <a:fld id="{B50A2252-0B00-49D0-9A28-2F5CCECF09D1}" type="slidenum">
              <a:rPr lang="en-US" sz="700" kern="1200" cap="none" spc="1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algn="r">
                <a:defRPr/>
              </a:pPr>
              <a:t>‹#›</a:t>
            </a:fld>
            <a:endParaRPr lang="en-US" sz="700" kern="1200" cap="none" spc="10" baseline="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C37A066-5679-7640-9C08-54559BF7A6BC}"/>
              </a:ext>
            </a:extLst>
          </p:cNvPr>
          <p:cNvSpPr txBox="1"/>
          <p:nvPr userDrawn="1"/>
        </p:nvSpPr>
        <p:spPr>
          <a:xfrm>
            <a:off x="444516" y="6543252"/>
            <a:ext cx="26930" cy="198276"/>
          </a:xfrm>
          <a:prstGeom prst="rect">
            <a:avLst/>
          </a:prstGeom>
          <a:noFill/>
        </p:spPr>
        <p:txBody>
          <a:bodyPr wrap="none" lIns="0" tIns="41029" rIns="0" bIns="41029" rtlCol="0" anchor="ctr">
            <a:spAutoFit/>
          </a:bodyPr>
          <a:lstStyle/>
          <a:p>
            <a:pPr marL="0" marR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 spc="10" dirty="0">
                <a:solidFill>
                  <a:schemeClr val="bg1"/>
                </a:solidFill>
                <a:cs typeface="Arial" panose="020B0604020202020204" pitchFamily="34" charset="0"/>
              </a:rPr>
              <a:t>|</a:t>
            </a:r>
          </a:p>
        </p:txBody>
      </p:sp>
      <p:sp>
        <p:nvSpPr>
          <p:cNvPr id="50" name="Rectangle 49" descr="{&quot;templafy&quot;:{&quot;binding&quot;:&quot;{{Form.Footer}}&quot;,&quot;type&quot;:&quot;text&quot;}}">
            <a:extLst>
              <a:ext uri="{FF2B5EF4-FFF2-40B4-BE49-F238E27FC236}">
                <a16:creationId xmlns:a16="http://schemas.microsoft.com/office/drawing/2014/main" id="{31FF5E37-9042-4844-B9BE-993B8146017C}"/>
              </a:ext>
            </a:extLst>
          </p:cNvPr>
          <p:cNvSpPr/>
          <p:nvPr userDrawn="1"/>
        </p:nvSpPr>
        <p:spPr bwMode="auto">
          <a:xfrm>
            <a:off x="603380" y="6567862"/>
            <a:ext cx="9000000" cy="161105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GB" sz="75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774382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</p:sldLayoutIdLst>
  <p:transition>
    <p:fade/>
  </p:transition>
  <p:hf hd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2800" b="1" kern="1200" cap="none" spc="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800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2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1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1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>
          <p15:clr>
            <a:srgbClr val="C35EA4"/>
          </p15:clr>
        </p15:guide>
        <p15:guide id="17" pos="7313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85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95">
          <p15:clr>
            <a:srgbClr val="A4A3A4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Transparent Huge Pages</a:t>
            </a:r>
          </a:p>
          <a:p>
            <a:r>
              <a:t>One setting. Measurable savings.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defRPr sz="1400">
                <a:solidFill>
                  <a:srgbClr val="CCCCCC"/>
                </a:solidFill>
              </a:defRPr>
            </a:pPr>
            <a:r>
              <a:t>AMD EPYC 9R45 (Turin) · AWS M8a · OpenJDK 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Your fleet is paying for idle CPU cycles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 wrap="square"/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</a:rPr>
              <a:t>The symptom — </a:t>
            </a:r>
            <a:r>
              <a:rPr sz="1500">
                <a:solidFill>
                  <a:srgbClr val="CCCCCC"/>
                </a:solidFill>
              </a:rPr>
              <a:t>JVM nodes appear CPU-bound, but throughput is flat. Root cause: page-table walk overhead from 4 KB pages exhausting the dTLB.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</a:rPr>
              <a:t>The fix — </a:t>
            </a:r>
            <a:r>
              <a:rPr sz="1500">
                <a:solidFill>
                  <a:srgbClr val="CCCCCC"/>
                </a:solidFill>
              </a:rPr>
              <a:t>Enable Transparent Huge Pages (THP=always). Pages grow from 4 KB to 2 MB. dTLB reach expands 512×. Page-table walker fires 33–107× less often.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</a:rPr>
              <a:t>The cost — </a:t>
            </a:r>
            <a:r>
              <a:rPr sz="1500">
                <a:solidFill>
                  <a:srgbClr val="CCCCCC"/>
                </a:solidFill>
              </a:rPr>
              <a:t>One sysctl command. No code changes. No redeployment. No downtime.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</a:rPr>
              <a:t>The evidence — </a:t>
            </a:r>
            <a:r>
              <a:rPr sz="1500">
                <a:solidFill>
                  <a:srgbClr val="CCCCCC"/>
                </a:solidFill>
              </a:rPr>
              <a:t>Measured on real AMD EPYC hardware with hardware PMC counters (ls_l1_d_tlb_miss.all_l2_miss) under identical workloads.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828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C2DE"/>
                </a:solidFill>
              </a:defRPr>
            </a:pPr>
            <a:r>
              <a:t>THE OPPORTUNITY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C microbench: before and after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828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C2DE"/>
                </a:solidFill>
              </a:defRPr>
            </a:pPr>
            <a:r>
              <a:t>LIVE HARDWARE EVIDENCE · AMD EPYC 9R45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99999"/>
                </a:solidFill>
              </a:rPr>
              <a:t>THP = NEVER  (4 KB pages)  ·  172 ns/access  ·  5.9M walks/s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1887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C2DE"/>
                </a:solidFill>
              </a:rPr>
              <a:t>THP = ALWAYS  (2 MB pages)  ·  144 ns/access  ·  55K walks/s</a:t>
            </a:r>
          </a:p>
        </p:txBody>
      </p:sp>
      <p:pic>
        <p:nvPicPr>
          <p:cNvPr id="6" name="Picture 5" descr="c_ne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08760"/>
            <a:ext cx="5715000" cy="3657600"/>
          </a:xfrm>
          <a:prstGeom prst="rect">
            <a:avLst/>
          </a:prstGeom>
        </p:spPr>
      </p:pic>
      <p:pic>
        <p:nvPicPr>
          <p:cNvPr id="7" name="Picture 6" descr="c_alway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508760"/>
            <a:ext cx="5715000" cy="3657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525780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C2DE"/>
                </a:solidFill>
              </a:rPr>
              <a:t>▲ 16.5% faster · 107× fewer page-table walks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JVM workload: before and after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828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C2DE"/>
                </a:solidFill>
              </a:defRPr>
            </a:pPr>
            <a:r>
              <a:t>LIVE HARDWARE EVIDENCE · JAVA / OPENJDK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99999"/>
                </a:solidFill>
              </a:rPr>
              <a:t>THP = NEVER  (4 KB pages)  ·  162 ns/access  ·  1.47M walks/s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1887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C2DE"/>
                </a:solidFill>
              </a:rPr>
              <a:t>THP = ALWAYS  (2 MB pages)  ·  143 ns/access  ·  44K walks/s</a:t>
            </a:r>
          </a:p>
        </p:txBody>
      </p:sp>
      <p:pic>
        <p:nvPicPr>
          <p:cNvPr id="6" name="Picture 5" descr="j_ne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08760"/>
            <a:ext cx="5715000" cy="3657600"/>
          </a:xfrm>
          <a:prstGeom prst="rect">
            <a:avLst/>
          </a:prstGeom>
        </p:spPr>
      </p:pic>
      <p:pic>
        <p:nvPicPr>
          <p:cNvPr id="7" name="Picture 6" descr="j_alway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508760"/>
            <a:ext cx="5715000" cy="3657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525780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C2DE"/>
                </a:solidFill>
              </a:rPr>
              <a:t>▲ 12% faster · 33× fewer walks · -XX:+UseTransparentHugePages optional (THP=always covers all JVM memory)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Measured on production-representative hardware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828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C2DE"/>
                </a:solidFill>
              </a:defRPr>
            </a:pPr>
            <a:r>
              <a:t>RESULTS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737360"/>
            <a:ext cx="2194560" cy="1371600"/>
          </a:xfrm>
          <a:prstGeom prst="rect">
            <a:avLst/>
          </a:prstGeom>
          <a:solidFill>
            <a:srgbClr val="1D1F21"/>
          </a:solidFill>
          <a:ln w="12700">
            <a:solidFill>
              <a:srgbClr val="00C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828800"/>
            <a:ext cx="19751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C2DE"/>
                </a:solidFill>
              </a:rPr>
              <a:t>12%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331720"/>
            <a:ext cx="19751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JVM latency reduction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697480"/>
            <a:ext cx="19751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</a:rPr>
              <a:t>162 → 143 ns/access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0" y="1737360"/>
            <a:ext cx="2194560" cy="1371600"/>
          </a:xfrm>
          <a:prstGeom prst="rect">
            <a:avLst/>
          </a:prstGeom>
          <a:solidFill>
            <a:srgbClr val="1D1F21"/>
          </a:solidFill>
          <a:ln w="12700">
            <a:solidFill>
              <a:srgbClr val="00C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44368" y="1828800"/>
            <a:ext cx="19751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C2DE"/>
                </a:solidFill>
              </a:rPr>
              <a:t>16%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44368" y="2331720"/>
            <a:ext cx="19751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C workload improvement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44368" y="2697480"/>
            <a:ext cx="19751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</a:rPr>
              <a:t>172 → 144 ns/access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12080" y="1737360"/>
            <a:ext cx="2194560" cy="1371600"/>
          </a:xfrm>
          <a:prstGeom prst="rect">
            <a:avLst/>
          </a:prstGeom>
          <a:solidFill>
            <a:srgbClr val="1D1F21"/>
          </a:solidFill>
          <a:ln w="12700">
            <a:solidFill>
              <a:srgbClr val="00C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21808" y="1828800"/>
            <a:ext cx="19751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C2DE"/>
                </a:solidFill>
              </a:rPr>
              <a:t>33×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21808" y="2331720"/>
            <a:ext cx="19751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Fewer walks (Java)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21808" y="2697480"/>
            <a:ext cx="19751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</a:rPr>
              <a:t>1.47M → 44K/s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9520" y="1737360"/>
            <a:ext cx="2194560" cy="1371600"/>
          </a:xfrm>
          <a:prstGeom prst="rect">
            <a:avLst/>
          </a:prstGeom>
          <a:solidFill>
            <a:srgbClr val="1D1F21"/>
          </a:solidFill>
          <a:ln w="12700">
            <a:solidFill>
              <a:srgbClr val="00C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99248" y="1828800"/>
            <a:ext cx="19751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C2DE"/>
                </a:solidFill>
              </a:rPr>
              <a:t>107×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99248" y="2331720"/>
            <a:ext cx="19751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Fewer walks (C)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99248" y="2697480"/>
            <a:ext cx="19751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</a:rPr>
              <a:t>5.9M → 55K/s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66960" y="1737360"/>
            <a:ext cx="2194560" cy="1371600"/>
          </a:xfrm>
          <a:prstGeom prst="rect">
            <a:avLst/>
          </a:prstGeom>
          <a:solidFill>
            <a:srgbClr val="1D1F21"/>
          </a:solidFill>
          <a:ln w="12700">
            <a:solidFill>
              <a:srgbClr val="00C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76688" y="1828800"/>
            <a:ext cx="19751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C2DE"/>
                </a:solidFill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76688" y="2331720"/>
            <a:ext cx="19751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Code changes required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76688" y="2697480"/>
            <a:ext cx="19751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</a:rPr>
              <a:t>One sysctl only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3375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999999"/>
                </a:solidFill>
              </a:rPr>
              <a:t>SAME WORKLOAD · SAME INSTANCE · SAME BINARY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6576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99999"/>
                </a:solidFill>
              </a:rPr>
              <a:t>Hardware: AMD EPYC 9R45 (Turin) · PMC: ls_l1_d_tlb_miss.all_l2_miss via perf stat -a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One setting recovers the equivalent of 1,200 instances per year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828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C2DE"/>
                </a:solidFill>
              </a:defRPr>
            </a:pPr>
            <a:r>
              <a:t>TCO IMPACT · 10,000-INSTANCE JVM FLEET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Based on 12% measured Java throughput gain. Same work handled by 12% fewer instances at zero additional cost.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600200"/>
          <a:ext cx="97840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828800"/>
                <a:gridCol w="1097280"/>
                <a:gridCol w="2011680"/>
                <a:gridCol w="2011680"/>
                <a:gridCol w="1645920"/>
              </a:tblGrid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Cloud</a:t>
                      </a:r>
                    </a:p>
                  </a:txBody>
                  <a:tcPr anchor="ctr">
                    <a:solidFill>
                      <a:srgbClr val="00C2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Instance</a:t>
                      </a:r>
                    </a:p>
                  </a:txBody>
                  <a:tcPr anchor="ctr">
                    <a:solidFill>
                      <a:srgbClr val="00C2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$/hr (OD)</a:t>
                      </a:r>
                    </a:p>
                  </a:txBody>
                  <a:tcPr anchor="ctr">
                    <a:solidFill>
                      <a:srgbClr val="00C2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Fleet Cost/yr</a:t>
                      </a:r>
                    </a:p>
                  </a:txBody>
                  <a:tcPr anchor="ctr">
                    <a:solidFill>
                      <a:srgbClr val="00C2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THP Savings/yr</a:t>
                      </a:r>
                    </a:p>
                  </a:txBody>
                  <a:tcPr anchor="ctr">
                    <a:solidFill>
                      <a:srgbClr val="00C2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Freed Instances</a:t>
                      </a:r>
                    </a:p>
                  </a:txBody>
                  <a:tcPr anchor="ctr">
                    <a:solidFill>
                      <a:srgbClr val="00C2D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AWS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m8a.2xlarge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$0.4869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$42,650,688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$5,121,871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1,201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GCP</a:t>
                      </a:r>
                    </a:p>
                  </a:txBody>
                  <a:tcPr anchor="ctr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n2d-standard-8</a:t>
                      </a:r>
                    </a:p>
                  </a:txBody>
                  <a:tcPr anchor="ctr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$0.3397</a:t>
                      </a:r>
                    </a:p>
                  </a:txBody>
                  <a:tcPr anchor="ctr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$29,757,720</a:t>
                      </a:r>
                    </a:p>
                  </a:txBody>
                  <a:tcPr anchor="ctr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$3,573,569</a:t>
                      </a:r>
                    </a:p>
                  </a:txBody>
                  <a:tcPr anchor="ctr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1,201</a:t>
                      </a:r>
                    </a:p>
                  </a:txBody>
                  <a:tcPr anchor="ctr">
                    <a:solidFill>
                      <a:srgbClr val="0A0A0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Azure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D8as_v5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$0.3440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$30,134,400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$3,618,804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1,201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OCI</a:t>
                      </a:r>
                    </a:p>
                  </a:txBody>
                  <a:tcPr anchor="ctr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E5.Flex 8 OCPU</a:t>
                      </a:r>
                    </a:p>
                  </a:txBody>
                  <a:tcPr anchor="ctr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$0.4480</a:t>
                      </a:r>
                    </a:p>
                  </a:txBody>
                  <a:tcPr anchor="ctr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$39,244,800</a:t>
                      </a:r>
                    </a:p>
                  </a:txBody>
                  <a:tcPr anchor="ctr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$4,712,862</a:t>
                      </a:r>
                    </a:p>
                  </a:txBody>
                  <a:tcPr anchor="ctr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1,201</a:t>
                      </a:r>
                    </a:p>
                  </a:txBody>
                  <a:tcPr anchor="ctr">
                    <a:solidFill>
                      <a:srgbClr val="0A0A0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425196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</a:rPr>
              <a:t>Prices: AWS Vantage instances.vantage.sh · Azure public API · GCP/OCI published list rates · Jun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>
                <a:solidFill>
                  <a:srgbClr val="FFFFFF"/>
                </a:solidFill>
              </a:defRPr>
            </a:pPr>
            <a:r>
              <a:t>Enable THP in your fleet today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 wrap="none"/>
          <a:lstStyle/>
          <a:p>
            <a:pPr>
              <a:spcAft>
                <a:spcPts val="100"/>
              </a:spcAft>
            </a:pPr>
            <a:r>
              <a:rPr sz="1100">
                <a:solidFill>
                  <a:srgbClr val="00C2DE"/>
                </a:solidFill>
                <a:latin typeface="Consolas"/>
              </a:rPr>
              <a:t># Step 1 — Enable now (runtime, takes effect immediately):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FFFFFF"/>
                </a:solidFill>
                <a:latin typeface="Consolas"/>
              </a:rPr>
              <a:t>echo always | sudo tee /sys/kernel/mm/transparent_hugepage/enabled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FFFFFF"/>
                </a:solidFill>
                <a:latin typeface="Consolas"/>
              </a:rPr>
              <a:t>echo always | sudo tee /sys/kernel/mm/transparent_hugepage/defrag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FFFFFF"/>
                </a:solidFill>
                <a:latin typeface="Consolas"/>
              </a:rPr>
              <a:t/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00C2DE"/>
                </a:solidFill>
                <a:latin typeface="Consolas"/>
              </a:rPr>
              <a:t># Step 2 — Verify huge pages are being used: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FFFFFF"/>
                </a:solidFill>
                <a:latin typeface="Consolas"/>
              </a:rPr>
              <a:t>grep AnonHugePages /proc/meminfo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00C2DE"/>
                </a:solidFill>
                <a:latin typeface="Consolas"/>
              </a:rPr>
              <a:t># Should jump from ~26 MB to ~12,000 MB for a JVM workload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FFFFFF"/>
                </a:solidFill>
                <a:latin typeface="Consolas"/>
              </a:rPr>
              <a:t/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00C2DE"/>
                </a:solidFill>
                <a:latin typeface="Consolas"/>
              </a:rPr>
              <a:t># Step 3 — Make persistent (add to /etc/rc.local or systemd unit):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FFFFFF"/>
                </a:solidFill>
                <a:latin typeface="Consolas"/>
              </a:rPr>
              <a:t>echo 'echo always &gt; /sys/kernel/mm/transparent_hugepage/enabled' &gt;&gt; /etc/rc.local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FFFFFF"/>
                </a:solidFill>
                <a:latin typeface="Consolas"/>
              </a:rPr>
              <a:t>echo 'echo always &gt; /sys/kernel/mm/transparent_hugepage/defrag'  &gt;&gt; /etc/rc.local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FFFFFF"/>
                </a:solidFill>
                <a:latin typeface="Consolas"/>
              </a:rPr>
              <a:t/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00C2DE"/>
                </a:solidFill>
                <a:latin typeface="Consolas"/>
              </a:rPr>
              <a:t># Step 4 — Validate with PMC (AMD Zen, requires sudo perf):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FFFFFF"/>
                </a:solidFill>
                <a:latin typeface="Consolas"/>
              </a:rPr>
              <a:t>sudo perf stat -a -e ls_l1_d_tlb_miss.all_l2_miss,instructions -- sleep 10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00C2DE"/>
                </a:solidFill>
                <a:latin typeface="Consolas"/>
              </a:rPr>
              <a:t># Expect: walks/s to drop 30–100× vs THP=never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828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C2DE"/>
                </a:solidFill>
              </a:defRPr>
            </a:pPr>
            <a:r>
              <a:t>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5989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CCCCCC"/>
                </a:solidFill>
              </a:rPr>
              <a:t>Repo: github.com/deepindeepsea/transparent-hugepages-demo   |   No code changes · No recompile · No procurement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AMD Corporate Template_Dark">
  <a:themeElements>
    <a:clrScheme name="AMD Palette">
      <a:dk1>
        <a:srgbClr val="000000"/>
      </a:dk1>
      <a:lt1>
        <a:srgbClr val="FFFFFF"/>
      </a:lt1>
      <a:dk2>
        <a:srgbClr val="5E5E5E"/>
      </a:dk2>
      <a:lt2>
        <a:srgbClr val="9D9FA2"/>
      </a:lt2>
      <a:accent1>
        <a:srgbClr val="636466"/>
      </a:accent1>
      <a:accent2>
        <a:srgbClr val="9D9FA2"/>
      </a:accent2>
      <a:accent3>
        <a:srgbClr val="C1A968"/>
      </a:accent3>
      <a:accent4>
        <a:srgbClr val="F26522"/>
      </a:accent4>
      <a:accent5>
        <a:srgbClr val="ED1C24"/>
      </a:accent5>
      <a:accent6>
        <a:srgbClr val="00C2DE"/>
      </a:accent6>
      <a:hlink>
        <a:srgbClr val="D5D5D5"/>
      </a:hlink>
      <a:folHlink>
        <a:srgbClr val="A9A9A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solidFill>
            <a:schemeClr val="accent2"/>
          </a:solidFill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18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buClr>
            <a:schemeClr val="accent1"/>
          </a:buClr>
          <a:buSzPct val="60000"/>
          <a:defRPr sz="18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9D17A283-CFD4-47B2-83B0-8D1B660F6BAF}" vid="{45BE4ECC-450B-4D86-BCAB-67DA095179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98e8dea-a4f3-4850-b16a-fd6d2b1302b4}" enabled="1" method="Privileged" siteId="{3dd8961f-e488-4e60-8e11-a82d994e183d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2261</Words>
  <Application>Microsoft Office PowerPoint</Application>
  <PresentationFormat>Widescreen</PresentationFormat>
  <Paragraphs>422</Paragraphs>
  <Slides>17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Aptos</vt:lpstr>
      <vt:lpstr>Arial</vt:lpstr>
      <vt:lpstr>Consolas</vt:lpstr>
      <vt:lpstr>Klavika</vt:lpstr>
      <vt:lpstr>Klavika Condensed</vt:lpstr>
      <vt:lpstr>Klavika Medium</vt:lpstr>
      <vt:lpstr>Klavika Regular</vt:lpstr>
      <vt:lpstr>Segoe UI</vt:lpstr>
      <vt:lpstr>Wingdings</vt:lpstr>
      <vt:lpstr>AMD Corporate Template_Dark</vt:lpstr>
      <vt:lpstr>PowerPoint Presentation</vt:lpstr>
      <vt:lpstr>MI355X VS B200 — SINGLE NODE (8 GPUS)</vt:lpstr>
      <vt:lpstr>GENERATIONAL LEAP: MI325X → MI355X</vt:lpstr>
      <vt:lpstr>MULTI-NODE SCALE</vt:lpstr>
      <vt:lpstr>BROADEST PARTNER ECOSYSTEM EVER</vt:lpstr>
      <vt:lpstr>Line Chart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Corporate Presentation Color Palette</vt:lpstr>
      <vt:lpstr>AMD Instinct Measured Performance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Roy, Michael</cp:lastModifiedBy>
  <cp:revision>3</cp:revision>
  <dcterms:created xsi:type="dcterms:W3CDTF">2013-01-27T09:14:16Z</dcterms:created>
  <dcterms:modified xsi:type="dcterms:W3CDTF">2026-05-06T22:23:04Z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Office Theme:8</vt:lpwstr>
  </property>
  <property fmtid="{D5CDD505-2E9C-101B-9397-08002B2CF9AE}" pid="3" name="ClassificationContentMarkingHeaderText">
    <vt:lpwstr>AMD General</vt:lpwstr>
  </property>
</Properties>
</file>